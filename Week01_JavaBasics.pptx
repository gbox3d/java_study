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자바 기초 문법과 실행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(Java Basics &amp; Execution Flow)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JVM/JDK/JRE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자바 실행 환경 이해하기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JVM (Java Virtual Machine)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자바 바이트코드를 실행하는 가상 기계 (Virtual Machine)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플랫폼 독립적 실행: 'Write Once, Run Anywhere (WORA)'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운영체제별로 다른 JVM 필요 (Windows, macOS, Linux)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컴파일된 .class 파일을 해석하여 실행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JDK vs JRE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JDK (Java Development Kit): 개발 도구 포함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- javac (컴파일러), java (실행기), 기타 유틸리티 포함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JRE (Java Runtime Environment): 실행 환경만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- JVM + 표준 라이브러리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- 개발 도구 불포함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프로그램 시작과 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main 메서드와 데이터 타입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1: Hello World + 명령행 인자 (Command Line Args)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HelloWorld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static void main(String[] args)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System.out.println("Hello World");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for(int i = 0; i &lt; args.length; i++)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System.out.println(args[i]);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args는 String 배열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명령행에서 전달된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인자들을 받음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2: 변수 선언과 printf 포맷팅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 id = 2026001;        // 정수 (Integer)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double gpa = 4.18;      // 실수 (Double)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String name = "John";   // 문자열 (String)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System.out.printf(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"ID: %d, GPA: %.2f\n", id, gpa);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 gpaInt = (int) gpa; // 타입 캐스팅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gpaInt =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printf로 형식 지정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출력 가능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%d: 정수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%.2f: 소수점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2자리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조건문 (Conditionals)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if-else와 switch 표현식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조건문: if-else와 switch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if (score &gt;= 90)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System.out.println("A");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else if (score &gt;= 80)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System.out.println("B");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else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System.out.println("C");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Java 14+ Switch Expression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String grade = switch(score / 10)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case 10, 9 -&gt; "A";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case 8 -&gt; "B";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default -&gt; "C";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if-else: 조건에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따른 분기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switch: 여러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경우 처리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타입 캐스팅 (Type Casting)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Implicit (묵시적): 작은 타입 → 큰 타입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- int i = 10; double d = i; // 자동 변환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Explicit (명시적): 큰 타입 → 작은 타입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- double d = 10.5; int i = (int) d; // i = 10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정보 손실 가능성 - 명시적 캐스팅 시 주의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반복문 (Loops)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for, while, break, continue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3: 중첩 반복문 - 별 피라미드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별 피라미드 (Star Pyramid)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for (int i = 1; i &lt;= 5; i++)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for (int j = 0; j &lt; i; j++)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System.out.print("* 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결과: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*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* *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* * *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* * * *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* * * * 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중첩 반복(Nested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loop)으로 패턴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생성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반복문 제어: break와 continue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break와 continue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 sum = 0;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for (int i = 1; i &lt;= 10; i++)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if (i % 2 == 0) continue; // 짝수 건너뛰기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sum += i;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System.out.println(sum); // 25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Labeled break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outer: for (int i = 0; i &lt; 3; i++)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for (int j = 0; j &lt; 3; j++)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if (i == 1 &amp;&amp; j == 1)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break outer; // 외부 반복 탈출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continue: 다음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반복으로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break: 반복 탈출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labeled break: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외부 루프 탈출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증감 연산자와 비교 연산자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증감: ++, -- (전위/후위 차이 있음)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비교: ==, !=, &lt;, &gt;, &lt;=, &gt;=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논리: &amp;&amp;(AND), ||(OR), !(NOT)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단축 평가(Short-circuit): &amp;&amp; (좌측이 false면 우측 미실행)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삼항 연산자: condition ? true_val : false_val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(Practice)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1. Hello.java 작성 후 컴파일/실행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$ javac Hello.java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$ java Hello arg1 arg2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2. 별 피라미드 높이를 변수로 받아 수정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3. if-else 대신 switch로 성적 판정 (grade 'F' 추가)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javac HelloWorld.java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 HelloWorld John Jane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Q1. 타입 추론(Type Inference)이란 무엇인가?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Q2. double x = 3.14를 int로 캐스팅하면 결과는?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Q3. 중첩 반복문에서 외부 루프를 탈출하는 방법은?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Q4. printf("%d", 10 / 3)의 출력 결과는?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01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JVM은 자바의 핵심 - 플랫폼 독립성 제공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main 메서드가 프로그램 진입점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변수 선언, 타입 캐스팅, printf 포맷팅 숙달 필수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if-else, switch, for, while 반복문 이해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break/continue로 반복 제어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