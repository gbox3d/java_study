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배열과 메서드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(Arrays &amp; Methods)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배열 (Arrays)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선언, 초기화, 순회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배열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같은 타입의 여러 데이터를 하나의 변수에 저장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인덱스(Index)는 0부터 시작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고정 크기 - 생성 후 크기 변경 불가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배열의 길이: array.length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1: 배열 선언과 출력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배열 선언 및 초기화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int[] scores = {90, 85, 95, 88, 92};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직접 출력 vs Arrays.toString()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System.out.println(scores);        // [I@1234 (메모리주소)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Arrays.toString(scores));      // [90, 85, 95, 88, 92]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Enhanced for loop (향상된 for 루프)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for (int score : scores)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System.out.println(score);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Arrays.toString()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으로 배열 출력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enhanced for: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배열 원소 순회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메서드 (Methods)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선언, 호출, 반환값, varargs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메서드 기본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메서드: 특정 작업을 수행하는 코드 블록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재사용성과 모듈화 증대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반환값(return), 매개변수(parameter) 선택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메서드 오버로딩: 같은 이름, 다른 매개변수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2: Varargs 메서드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Varargs (가변 인자) 메서드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int sum(int... numbers)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total = 0;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for (int num : numbers)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total += num;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total;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호출 예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result1 = sum(10, 20, 30);      // 60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result2 = sum(5, 15);           // 20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result3 = sum(100);             // 100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... 기호가 여러 개의 같은 타입 인자를 받음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int... numbers는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가변 길이 배열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받음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3: Bubble Sort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Bubble Sort 정렬 알고리즘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void bubbleSort(int[] arr)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n = arr.length;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for (int i = 0; i &lt; n - 1; i++)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for (int j = 0; j &lt; n - i - 1; j++)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if (arr[j] &gt; arr[j + 1])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// 인접한 원소 교환 (Swap)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int temp = arr[j];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arr[j] = arr[j + 1];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arr[j + 1] = temp;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인접한 원소끼리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비교하여 교환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매번 끝에서부터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정렬됨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2차원 배열 (2D Array)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int[][] matrix = new int[3][4]; // 3행 4열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int[][] arr = {{1,2}, {3,4}, {5,6}};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행렬 접근: arr[i][j] - i: 행, j: 열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중첩 for 루프로 순회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Arrays.deepToString()으로 2D 배열 출력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메서드 오버로딩 (Overloading)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같은 이름, 다른 매개변수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int sum(int a, int b)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a + b;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double sum(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double a, double b)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a + b;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int sum(int... numbers)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total = 0;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for (int num : numbers) total += num;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total;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호출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sum(10, 20);              // int 버전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sum(10.5, 20.3);          // double 버전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sum(5, 10, 15, 20);       // varargs 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매개변수 개수,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타입, 순서로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메서드 구분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반환 타입은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영향 없음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(Practice)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1. 정수 배열의 최댓값을 찾는 메서드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public static int findMax(int[] arr)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2. 평균값을 계산하는 메서드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public static double average(int... nums)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3. 배열을 오름차순으로 정렬 후 출력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javac ArrayMethods.java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 ArrayMethods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Q1. 배열을 for 루프로 모두 순회할 때 조건식은?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Q2. int[] arr = {1,2,3}; arr[3]에 접근하면 어떻게 될까?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Q3. 메서드의 매개변수로 배열을 받으면 값이 복사되나?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Q4. Bubble Sort의 시간 복잡도는 O(?)?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02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배열은 고정 크기의 같은 타입 데이터 집합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Arrays.toString()으로 배열 출력 가능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Enhanced for loop로 배열 순회 간편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메서드로 코드 재사용성 높임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Varargs로 가변 길이 인자 처리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