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예외 처리 및 표준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(Exception Handling &amp; Standard API)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예외 처리 (Exception Handling)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try-catch-finally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예외(Exception)란?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프로그램 실행 중 발생하는 예기치 않은 상황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Checked Exception: 컴파일 시 처리 강제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Unchecked Exception: Runtime에 발생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예외 처리로 프로그램 안정성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1: try-catch-finally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기본적인 try-catch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result = divide(10, 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System.out.println(result);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catch (ArithmeticException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System.out.println("0으로 나눌 수 없습니다");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e.printStackTrace();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finally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System.out.println("항상 실행됨");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int divide(int a, int b)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a / b;  // b가 0이면 예외 발생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try: 예외 발생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가능한 코드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catch: 예외 처리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finally: 항상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커스텀 예외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Exception 상속하기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2: Custom Exception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커스텀 예외 클래스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InvalidAgeException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extends RuntimeException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InvalidAgeException(String message)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super(message);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예외 발생 (throw)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void setAge(int age)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throws InvalidAgeException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if (age &lt; 0 || age &gt; 150)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throw new InvalidAgeException(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"나이는 0~150 사이여야 합니다");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this.age =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예외 처리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person.setAge(200);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catch (InvalidAgeException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System.out.println(e.getMessage());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Exception 상속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새로운 예외 정의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throw로 발생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예외 계층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Throwable: 모든 예외의 최상위 클래스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├─ Error: 시스템 수준 오류 (복구 불가)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└─ Exception: 프로그래머 수정 가능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 ├─ Checked Exception: IOException, SQLException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 └─ Unchecked Exception: NullPointerException, ArithmeticException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날짜와 시간 (Date/Time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LocalDate, LocalTime, LocalDateTime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3: LocalDate 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import java.time.LocalDate;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import java.time.format.DateTimeFormatter;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LocalDate 생성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LocalDate today = LocalDate.now();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LocalDate newYear = LocalDate.of(2026, 1, 1);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날짜 계산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LocalDate nextWeek = today.plusDays(7);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LocalDate nextMonth = today.plusMonths(1);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날짜 형식 변환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DateTimeFormatter formatter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DateTimeFormatter.ofPattern("yyyy-MM-dd");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String dateStr = "2026-03-25";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LocalDate parsed = LocalDate.parse(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dateStr, formatter);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System.out.println(today);      // 2026-03-25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System.out.println(nextWeek);   // 2026-04-01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System.out.println(parsed);     // 2026-03-25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LocalDate.now():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현재 날짜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LocalDate.of():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지정 날짜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날짜 유효성 검사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유효한 날짜 판정 메서드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boolean isValidDate(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String dateStr, String pattern)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try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DateTimeFormatter formatter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DateTimeFormatter.ofPattern(pattern);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LocalDate.parse(dateStr, formatter);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return true;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 catch (Exception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// 형식 오류 또는 유효하지 않은 날짜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return false;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사용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boolean valid1 = isValidDate(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"2026-02-29", "yyyy-MM-dd");  // false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boolean valid2 = isValidDate(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"2026-03-25", "yyyy-MM-dd");  // true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boolean valid3 = isValidDate(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"2024-02-29", "yyyy-MM-dd");  // true (윤년)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parse() 실패 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예외 발생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try-catch로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유효성 검사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다중 catch 블록과 try-with-resources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다중 catch (Java 7+)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코드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catch (FileNotFoundException | IOException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System.out.println("파일 오류");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catch (NumberFormatException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System.out.println("숫자 형식 오류");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try-with-resources (자동 리소스 정리)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(FileReader fr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new FileReader("file.txt"))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파일 읽기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catch (IOException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e.printStackTrace();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fr은 try 종료 시 자동 close()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다중 catch: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여러 예외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한 번에 처리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try-with: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자동 리소스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정리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(Practice)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1. NumberFormatException 처리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문자열을 정수로 변환 시 예외 처리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2. 나이 검증 메서드 구현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InvalidAgeException 정의하기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3. 날짜 입력받아 유효성 검사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윤년 고려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javac ExceptionDemo.java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 ExceptionDemo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Week 05 — 다음 질문에 답해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Q1. `finally` 블록은 언제 실행되는가? 예외가 발생해도 실행되는가?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Q2. `throw`와 `catch`의 역할 차이는 무엇인가?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Q3. 사용자 정의 예외 클래스를 만드는 이유는 무엇인가?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Q4. `"2026-02-30"`이 왜 잘못된 날짜로 처리되는가?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15568"/>
            <a:ext cx="27432" cy="3474720"/>
          </a:xfrm>
          <a:prstGeom prst="rect">
            <a:avLst/>
          </a:prstGeom>
          <a:solidFill>
            <a:srgbClr val="3B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11556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Georgia"/>
              </a:defRPr>
            </a:pPr>
            <a:r>
              <a:t>추가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9616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① `divide()`에서 0 나누기 전에 직접 검사하는 방어 코드 작성하기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② `InvalidScoreException` 같은 새 예외 클래스 만들기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③ 날짜 포맷을 `yyyy/MM/dd` 형식으로 바꿔 파싱 시도하기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④ 예외 메시지를 사용자 친화적인 한국어로 바꾸기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05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try-catch-finally로 예외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Exception 상속으로 커스텀 예외 정의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throw로 예외 발생, catch로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LocalDate로 현대적 날짜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유효성 검사로 안정적인 프로그램 개발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