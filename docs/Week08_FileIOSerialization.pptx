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파일 I/O 및 직렬화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(File I/O &amp; Serialization)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스트림의 종류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문자 스트림과 바이트 스트림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스트림 종류 (Stream Types)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문자 스트림 (Character Stream): Reader / Writer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FileReader / FileWriter: 파일 읽기/쓰기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InputStreamReader / OutputStreamWriter: 변환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바이트 스트림 (Byte Stream): InputStream / OutputStream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FileInputStream / FileOutputStream: 파일 입출력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ByteArrayInputStream / ByteArrayOutputStream: 메모리 버퍼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버퍼 스트림 (Buffered): BufferedReader / BufferedWriter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줄 단위 읽기 readLine() / println()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FileWriter/FileReader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FileWriter fw = new FileWriter("test.txt");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fw.write("Hello Java!");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fw.close();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FileReader fr = new FileReader("test.txt");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ch;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while ((ch = fr.read()) != -1)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System.out.print((char) ch);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fr.close();  // Hello Java!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FileWriter로 쓰기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FileReader로 읽기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문자 단위로 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Try-with-Resources 문법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자동 자원 관리로 close() 호출 불필요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try (FileWriter fw = new FileWriter("file.txt")) {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fw.write("content");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}  // 자동으로 close() 호출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여러 자원: try (Resource1 r1 = ...; Resource2 r2 = ...)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장점: 코드 간결, 예외 안전, NullPointerException 방지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권장: 모든 AutoCloseable 자원에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BufferedReader/Writer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(BufferedWriter bw = Files.newBufferedWriter(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Path.of("data.txt")))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bw.write("Line 1");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bw.newLine();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bw.write("Line 2");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(BufferedReader br = Files.newBufferedReader(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Path.of("data.txt")))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String line;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while ((line = br.readLine()) != null)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System.out.println(line);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Files.newBuffered...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줄 단위 처리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readLine()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직렬화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객체를 스트림으로 저장/복구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직렬화 (Serialization)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Serializable 인터페이스 구현: public class User implements Serializable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serialVersionUID: 직렬화 버전 관리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private static final long serialVersionUID = 1L;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transient 키워드: 직렬화 제외 필드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private transient String password;  // 직렬화 안 함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ObjectOutputStream: 객체 -&gt; 스트림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ObjectInputStream: 스트림 -&gt; 객체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객체 직렬화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class User implements Serializable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static final long serialVersionUID = 1L;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String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transient String password;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User u = new User("Alice", 25, "secret");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(ObjectOutputStream oos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new ObjectOutputStream(...))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oos.writeObject(u);  // 객체 저장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(ObjectInputStream ois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new ObjectInputStream(...))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User restored = (User) ois.readObject();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Serializable 구현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transient 제외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writeObject/readObject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Path와 Files 유틸리티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Path: 파일 경로 표현 (Paths.get() 또는 Path.of())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Files: 파일 유틸리티 메서드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Files.exists(path): 파일 존재 확인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Files.createFile(path): 파일 생성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Files.delete(path): 파일 삭제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Files.lines(path): 줄 단위 스트림 처리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Files.readAllLines(path): 모든 줄을 List로 읽기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텍스트 파일 읽고 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BufferedWriter로 여러 줄의 텍스트 파일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BufferedReader로 파일 읽기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각 줄을 처리하여 출력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try-with-resources 사용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FileIOTest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파일 쓰기/읽기 결과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객체 직렬화 저장/복구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User 클래스 정의 (name, age, 비밀번호(transient))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ObjectOutputStream으로 파일에 저장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ObjectInputStream으로 복구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원본과 복구된 객체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SerializationTest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직렬화 전후 비교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08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`Path.of()`는 왜 문자열 하나보다 유용한가?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`try-with-resources`를 쓰는 이유는 무엇인가?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`read()`와 `readLine()`은 어떤 차이가 있는가?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직렬화 후 `password` 값이 왜 유지되지 않는가?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ex01에서 파일 내용을 읽어 대문자로 변환해 출력하기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ex02에 세 번째 줄을 추가하고 전체 줄 수를 세기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`User`에 `email` 필드를 추가해 직렬화 전후 결과 비교하기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파일이 없을 때 예외 메시지를 친절하게 출력하기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08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문자 스트림: FileReader/Writer로 문자 단위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BufferedReader/Writer로 줄 단위 처리, 성능 향상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try-with-resources로 안전한 자원 관리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Path/Files로 파일 시스템 작업 간결화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Serializable로 객체를 영구 저장/복구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transient로 민감한 데이터 보호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