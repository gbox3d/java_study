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Georgia"/>
              </a:defRPr>
            </a:pPr>
            <a:r>
              <a:t>WEEK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모던 자바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(Modern Java)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제네릭 타입 안정성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컴파일 시점 오류 감지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제네릭 개념 심화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타입 파라미터 &lt;T&gt;: 클래스/메서드 정의 시 사용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T는 제네릭 타입 변수, 실제 타입으로 치환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런타임 시 타입 정보 소실 (Type Erasure)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제네릭 클래스: public class Box&lt;T&gt; { ... }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제네릭 메서드: public &lt;T&gt; void print(T value) { ... }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제약: Box&lt;int&gt; 불가, Box&lt;Integer&gt; 사용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와일드카드로 유연성: &lt;?, &lt;? extends T&gt;, &lt;? super T&gt;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01 - 제네릭 클래스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class Box&lt;T&gt;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private T value;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void set(T value)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this.value = value;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T get()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return value;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Box&lt;String&gt; sBox = new Box&lt;&gt;();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sBox.set("Hello");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String s = sBox.get();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Box&lt;T&gt;는 모든 타입 수용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set/get 메서드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타입 파라미터 T로 안전성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람다식과 함수형 인터페이스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함수형 프로그래밍 스타일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람다식 (Lambda) 문법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함수형 인터페이스 (단 1개의 추상 메서드)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람다식 기본형: (매개변수) -&gt; { 본문 }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예제: (a, b) -&gt; a + b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타입 추론: (a, b) -&gt; a.compareTo(b) (타입 생략)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단일 표현식: (a, b) -&gt; a + b (중괄호 생략)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메서드 참조: System.out::println, Integer::parseInt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생성자 참조: String[]::new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02 - 람다식으로 정렬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List&lt;Integer&gt; nums = Arrays.asList(3, 1, 4, 1, 5);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람다식으로 내림차순 정렬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nums.sort((a, b) -&gt; b.compareTo(a));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System.out.println(nums);  // [5, 4, 3, 1, 1]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forEach 메서드 참조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nums.forEach(System.out::println);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람다식 (a, b) -&gt; b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compareTo(a)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메서드 참조 ::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스트림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함수형 데이터 처리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스트림 (Stream)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스트림: 데이터 흐름, 중간 연산과 최종 연산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중간 연산: filter, map, sorted, distinct, limit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최종 연산: forEach, collect, reduce, count, max, min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스트림 파이프라인: source -&gt; filter -&gt; map -&gt; ... -&gt; terminal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지연 실행: 최종 연산 호출까지 중간 연산 미실행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병렬 처리: parallelStream()으로 멀티스레드 처리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03 - 스트림 파이프라인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List&lt;Integer&gt; nums = Arrays.asList(1,2,3,4,5,6);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List&lt;Integer&gt; result = nums.stream()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.filter(v -&gt; v % 2 == 0)    // 짝수만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.map(v -&gt; v * v)             // 제곱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.toList();  // [4, 16, 36]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int sum = nums.stream()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.filter(v -&gt; v &gt; 2)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.mapToInt(Integer::intValue)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.sum();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filter(조건)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map(변환)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toList() 수집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mapToInt 체이닝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함수형 인터페이스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Predicate&lt;T&gt;: T -&gt; boolean (조건 판정)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Function&lt;T,R&gt;: T -&gt; R (변환)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Consumer&lt;T&gt;: T -&gt; void (소비)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Supplier&lt;T&gt;: () -&gt; T (공급)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BiFunction&lt;T,U,R&gt;: (T, U) -&gt; R (2개 입력)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Comparator&lt;T&gt;: (T, T) -&gt; int (비교)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자주 사용: Predicate (filter), Function (map), Consumer (forEach)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EA5E9"/>
                </a:solidFill>
                <a:latin typeface="Georgia"/>
              </a:defRPr>
            </a:pPr>
            <a:r>
              <a:t>실습 1: 제네릭 Box 작성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제네릭 클래스 Box&lt;T&gt; 구현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set(), get() 메서드 작성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Box&lt;String&gt;, Box&lt;Integer&gt; 테스트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타입 안정성 확인 (형변환 불필요)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java GenericBoxTest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# 제네릭 클래스 동작 확인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EA5E9"/>
                </a:solidFill>
                <a:latin typeface="Georgia"/>
              </a:defRPr>
            </a:pPr>
            <a:r>
              <a:t>실습 2: 람다식 변환 및 스트림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문자열 리스트 생성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람다식으로 길이 순 정렬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forEach로 메서드 참조 사용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스트림으로 필터링 및 매핑 후 결과 출력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java LambdaStreamTest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# 람다식과 스트림 결합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A5E9"/>
                </a:solidFill>
                <a:latin typeface="Georgia"/>
              </a:defRPr>
            </a:pPr>
            <a: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ADCFC"/>
                </a:solidFill>
                <a:latin typeface="Calibri"/>
              </a:defRPr>
            </a:pPr>
            <a:r>
              <a:t>Week 07 — 다음 질문에 답해 보세요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Q1. `Box&lt;T&gt;`의 `T`는 언제 실제 타입으로 결정되는가?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Q2. 람다식 `(a, b) -&gt; b.compareTo(a)`는 어떤 정렬 결과를 만드는가?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Q3. 메서드 참조 `System.out::println`은 어떤 람다식과 동일한가?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Q4. 스트림에서 `filter()`와 `map()`은 각각 무슨 역할을 하는가?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115568"/>
            <a:ext cx="27432" cy="3474720"/>
          </a:xfrm>
          <a:prstGeom prst="rect">
            <a:avLst/>
          </a:prstGeom>
          <a:solidFill>
            <a:srgbClr val="3B5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1115568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Georgia"/>
              </a:defRPr>
            </a:pPr>
            <a:r>
              <a:t>추가 실습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499616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① `Box&lt;Integer&gt;`로 정수를 담는 예제를 추가하기</a:t>
            </a:r>
          </a:p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② 문자열 길이순 정렬 람다를 직접 작성하기</a:t>
            </a:r>
          </a:p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③ 10보다 큰 수만 골라 2배로 만드는 스트림 파이프라인 작성하기</a:t>
            </a:r>
          </a:p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④ 스트림 없이 같은 로직을 반복문으로 구현해 비교하기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Week 07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제네릭 타입 파라미터로 타입 안정성 강화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람다식으로 함수형 프로그래밍 스타일 제공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메서드 참조로 코드 간결성 증가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스트림 API로 선언적 데이터 처리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중간 연산/최종 연산의 체인으로 강력한 파이프라인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함수형 인터페이스 활용으로 유연한 설계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