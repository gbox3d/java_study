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EA5E9"/>
                </a:solidFill>
                <a:latin typeface="Georgia"/>
              </a:defRPr>
            </a:pPr>
            <a:r>
              <a:t>WEEK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네트워크 통신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CADCFC"/>
                </a:solidFill>
                <a:latin typeface="Calibri"/>
              </a:defRPr>
            </a:pPr>
            <a:r>
              <a:t>(Network Communication)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Georgia"/>
              </a:defRPr>
            </a:pPr>
            <a:r>
              <a:t>네트워크 기초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CADCFC"/>
                </a:solidFill>
                <a:latin typeface="Calibri"/>
              </a:defRPr>
            </a:pPr>
            <a:r>
              <a:t>UDP와 TCP의 차이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5A82"/>
                </a:solidFill>
                <a:latin typeface="Georgia"/>
              </a:defRPr>
            </a:pPr>
            <a:r>
              <a:t>UDP vs TCP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UDP (User Datagram Protocol): 연결 없음 (Connectionless)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• 빠르지만 신뢰성 없음, 패킷 손실 가능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• 순서 보장 안 함, 작은 오버헤드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• 사용: 영상/음성 스트리밍, 온라인 게임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TCP (Transmission Control Protocol): 연결 기반 (Connection-oriented)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• 신뢰성 높음, 패킷 순서 보장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• 느리지만 안정적, 큰 오버헤드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• 사용: 파일 전송, 이메일, 웹 브라우징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5A82"/>
                </a:solidFill>
                <a:latin typeface="Georgia"/>
              </a:defRPr>
            </a:pPr>
            <a:r>
              <a:t>소켓 (Socket)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소켓: 네트워크 통신의 끝점, IP:포트로 식별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포트 (Port): 0~65535 범위, 프로세스 구분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• 0~1023: 시스템 포트 (예: 80=HTTP, 443=HTTPS)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• 1024~65535: 사용자 포트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UDP 소켓: DatagramSocket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TCP 소켓: ServerSocket (수신), Socket (클라이언트)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Localhost 테스트: 127.0.0.1:포트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5A82"/>
                </a:solidFill>
                <a:latin typeface="Georgia"/>
              </a:defRPr>
            </a:pPr>
            <a:r>
              <a:t>예제 01 - UDP 소켓 통신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02920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// 송신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DatagramSocket socket = new DatagramSocket();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String msg = "Hello UDP";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byte[] buffer = msg.getBytes();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DatagramPacket packet = new DatagramPacket(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buffer, buffer.length,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InetAddress.getLocalHost(), 5000);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socket.send(packet);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// 수신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DatagramSocket receiver =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new DatagramSocket(5000);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byte[] recvBuf = new byte[1024];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DatagramPacket recvPacket =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new DatagramPacket(recvBuf, recvBuf.length);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receiver.receive(recvPacket);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0972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DatagramSocket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DatagramPacket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buffer 송수신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Georgia"/>
              </a:defRPr>
            </a:pPr>
            <a:r>
              <a:t>TCP 서버-클라이언트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CADCFC"/>
                </a:solidFill>
                <a:latin typeface="Calibri"/>
              </a:defRPr>
            </a:pPr>
            <a:r>
              <a:t>연결 기반 통신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5A82"/>
                </a:solidFill>
                <a:latin typeface="Georgia"/>
              </a:defRPr>
            </a:pPr>
            <a:r>
              <a:t>TCP 서버-클라이언트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서버: ServerSocket으로 클라이언트 요청 대기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while (true) {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    Socket client = serverSocket.accept();  // 연결 수락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    ...  // 클라이언트 처리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}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클라이언트: Socket으로 서버 연결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Socket socket = new Socket("localhost", 8888);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데이터 송수신: PrintWriter / BufferedReader 사용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주의: 블로킹 입출력, 멀티 클라이언트 처리 필수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5A82"/>
                </a:solidFill>
                <a:latin typeface="Georgia"/>
              </a:defRPr>
            </a:pPr>
            <a:r>
              <a:t>예제 02 - TCP 에코 서버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02920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// 서버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ServerSocket ss = new ServerSocket(8888);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Socket client = ss.accept();  // 클라이언트 연결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BufferedReader in = new BufferedReader(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new InputStreamReader(client.getInputStream()));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PrintWriter out = new PrintWriter(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client.getOutputStream(), true);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String msg;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while ((msg = in.readLine()) != null)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System.out.println("수신: " + msg);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out.println(msg);  // 에코 응답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// 클라이언트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Socket socket = new Socket("localhost", 8888);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PrintWriter out = new PrintWriter(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socket.getOutputStream(), true);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out.println("Hello Server");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0972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ServerSocket:accept()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BufferedReader/Writer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readLine/println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5A82"/>
                </a:solidFill>
                <a:latin typeface="Georgia"/>
              </a:defRPr>
            </a:pPr>
            <a:r>
              <a:t>멀티 클라이언트 처리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각 클라이언트마다 별도 스레드 할당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ClientHandler implements Runnable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클라이언트 관리: List&lt;ClientHandler&gt; CLIENTS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브로드캐스트: 모든 클라이언트에게 메시지 전송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순환 구조: while(true) { accept(); new Thread(...).start(); }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주의: 클라이언트 추가/제거 시 synchronized 필요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5A82"/>
                </a:solidFill>
                <a:latin typeface="Georgia"/>
              </a:defRPr>
            </a:pPr>
            <a:r>
              <a:t>예제 03 - 멀티 클라이언트 서버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02920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public class ChatServer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static List&lt;PrintWriter&gt; CLIENTS =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Collections.synchronizedList(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    new ArrayList&lt;&gt;());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public static void main(String[] args)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    throws Exception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ServerSocket ss = new ServerSocket(5555);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while (true)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    Socket client = ss.accept();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    ClientHandler handler =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        new ClientHandler(client);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    new Thread(handler).start();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0972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synchronized List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ClientHandler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ThreadPool 처리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5A82"/>
                </a:solidFill>
                <a:latin typeface="Georgia"/>
              </a:defRPr>
            </a:pPr>
            <a:r>
              <a:t>포트와 네트워크 개념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포트: 같은 IP 내에서 프로세스 구분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localhost (127.0.0.1): 자신의 컴퓨터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192.168.x.x: 로컬 네트워크 (Private IP)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InetAddress: IP 주소 관리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InetAddress.getLocalHost()  // 자신의 IP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InetAddress.getByName("google.com")  // DNS 조회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Socket 타임아웃: socket.setSoTimeout(5000);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EA5E9"/>
                </a:solidFill>
                <a:latin typeface="Georgia"/>
              </a:defRPr>
            </a:pPr>
            <a:r>
              <a:t>실습 1: UDP 송수신 테스트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DatagramSocket 송신자 프로그램 작성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DatagramSocket 수신자 프로그램 작성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로컬호스트 포트 5555로 메시지 송수신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송수신 결과 확인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Consolas"/>
              </a:defRPr>
            </a:pPr>
            <a:r>
              <a:t>java UDPSender &amp; java UDPReceiver</a:t>
            </a:r>
          </a:p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Consolas"/>
              </a:defRPr>
            </a:pPr>
            <a:r>
              <a:t># 별도 터미널에서 실행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EA5E9"/>
                </a:solidFill>
                <a:latin typeface="Georgia"/>
              </a:defRPr>
            </a:pPr>
            <a:r>
              <a:t>실습 2: TCP 에코 서버-클라이언트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ServerSocket 기반 에코 서버 작성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Socket 기반 클라이언트 작성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메시지 전송 및 에코 응답 확인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Ctrl+C로 종료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Consolas"/>
              </a:defRPr>
            </a:pPr>
            <a:r>
              <a:t>java EchoServer</a:t>
            </a:r>
          </a:p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Consolas"/>
              </a:defRPr>
            </a:pPr>
            <a:r>
              <a:t># 다른 터미널: java EchoClient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A5E9"/>
                </a:solidFill>
                <a:latin typeface="Georgia"/>
              </a:defRPr>
            </a:pPr>
            <a:r>
              <a:t>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Q1. 포트(Port)의 개념과 범위는?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Q2. UDP와 TCP의 가장 큰 차이는?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Q3. 연결 지향 vs 비연결 지향의 예시는?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Q4. ServerSocket.accept() 호출 후 어떤 상태?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Q5. 멀티 클라이언트 서버에서 스레드가 필요한 이유는?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Georgia"/>
              </a:defRPr>
            </a:pPr>
            <a:r>
              <a:t>Week 10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UDP: 빠르지만 신뢰성 없음, DatagramSocket 사용</a:t>
            </a:r>
          </a:p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TCP: 느리지만 신뢰적, ServerSocket/Socket 사용</a:t>
            </a:r>
          </a:p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포트로 다양한 서비스 운영, 동시 처리</a:t>
            </a:r>
          </a:p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ServerSocket.accept()로 클라이언트 수락</a:t>
            </a:r>
          </a:p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각 클라이언트 스레드로 처리, 블로킹 입출력</a:t>
            </a:r>
          </a:p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PrintWriter/BufferedReader로 간편한 통신</a:t>
            </a:r>
          </a:p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네트워크 프로그래밍은 멀티스레딩과 결합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