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멀티스레딩 및 동기화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(Multithreading &amp; Synchronization)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프로세스와 스레드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동시 실행의 기초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프로세스 vs 스레드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프로세스 (Process): 독립적인 실행 환경, 메모리 분리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스레드 (Thread): 같은 프로세스 내 실행, 메모리 공유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스레드 생성 방법 1: Thread 클래스 상속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class MyThread extends Thread { @Override run() { ... }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스레드 생성 방법 2: Runnable 인터페이스 구현 (권장)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class Task implements Runnable { @Override run() { ... }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new Thread(new Task()).start();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메인 스레드: main() 메서드 실행 스레드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스레드 생명 주기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NEW: 스레드 객체 생성, 아직 시작 안 됨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RUNNABLE: start() 호출, 실행 가능 상태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RUNNING: CPU 할당받아 실행 중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BLOCKED: 락 대기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WAITING: join() 또는 wait() 호출로 대기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TIMED_WAITING: sleep(), wait(timeout)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TERMINATED: run() 종료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주의: run() 직접 호출은 새 스레드 생성 안 함, start() 사용!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01 - 스레드 생성 및 실행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class NumberTask implements Runnable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@Override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run()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for (int i = 1; i &lt;= 5; i++)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System.out.println(Thread.currentThread()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.getName() + ": " + i);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try { Thread.sleep(500); } catch(Exception e) {}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Thread t1 = new Thread(new NumberTask(), "Task1");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Thread t2 = new Thread(new NumberTask(), "Task2");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t1.start();  // run() 아님!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t2.start();  // 동시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Runnable 구현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Thread.sleep()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start() 호출 필수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스레드 대기: join()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join(): 현재 스레드가 대상 스레드 종료까지 대기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메인 스레드가 worker 스레드 완료까지 대기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try { t1.join(); } catch (InterruptedException e) { ...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여러 스레드: t1.join(); t2.join();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timeout 지정: t1.join(1000);  // 1초 대기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동기화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경쟁 상태 방지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경쟁 상태 (Race Condition)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여러 스레드가 동시에 공유 자원 접근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메모리 가시성 문제: 한 스레드의 변경이 다른 스레드에 보이지 않을 수 있음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원자성 문제: count++ 는 읽기-수정-쓰기 3단계, 중간 스레드 전환 가능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데이터 불일치 발생: 예상과 다른 결과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해결: synchronized 키워드, volatile, Lock 인터페이스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02 - synchronized로 보호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class Account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int balance = 10000;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synchronized void withdraw(int amount)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int tmp = balance;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try { Thread.sleep(10); } catch(Exception e) {}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balance = tmp - amount;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Account acc = new Account();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Thread t1 = new Thread(() -&gt; acc.withdraw(1000));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Thread t2 = new Thread(() -&gt; acc.withdraw(1000));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t1.start(); t2.start();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t1.join(); t2.join();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synchronized 메서드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withdraw 동시 실행 방지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lock 자동 관리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스레드 풀 (Thread Pool)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ExecutorService: 스레드 풀로 효율적 관리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newFixedThreadPool(n): n개 스레드 풀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newCachedThreadPool(): 필요시 생성/재사용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newScheduledThreadPool(n): 예약 실행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execute(Runnable): 작업 제출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submit(Callable&lt;T&gt;): Future 반환으로 결과 조회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shutdown() / awaitTermination(): 종료 대기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03 - ExecutorService 스레드 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ExecutorService executor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Executors.newFixedThreadPool(3);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for (int i = 0; i &lt; 10; i++)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final int taskId = i;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executor.execute(() -&gt;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System.out.println("Task " + taskId);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try { Thread.sleep(1000);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catch(Exception e) {}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executor.shutdown();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if (executor.awaitTermination(5, TimeUnit.SECONDS))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System.out.println("모든 작업 완료");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newFixedThreadPool(3)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10개 작업 제출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shutdown() 후 대기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1: 다중 스레드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Runnable 구현한 NumberTask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2개 스레드 생성 및 start()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join()으로 메인 스레드 대기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동시 실행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MultiThreadTest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스레드 이름으로 동시 실행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2: 경쟁 상태 및 동기화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Account 클래스 (synchronized 없음)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여러 스레드에서 withdraw() 호출 (경쟁 상태 발생)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synchronized 추가해서 결과 비교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올바른 값이 유지되는지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RaceConditionTest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synchronized 전후 비교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Week 09 — 다음 질문에 답해 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Q1. `start()`와 `run()`은 무엇이 다른가? `run()`을 직접 호출하면 어떻게 되는가?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Q2. `join()`이 없으면 어떤 문제가 생길 수 있는가?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Q3. `synchronized`가 필요한 이유는 무엇인가? 없으면 어떻게 되는가?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Q4. 스레드를 직접 생성하는 방식과 스레드 풀(ExecutorService)은 어떤 차이가 있는가?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15568"/>
            <a:ext cx="27432" cy="3474720"/>
          </a:xfrm>
          <a:prstGeom prst="rect">
            <a:avLst/>
          </a:prstGeom>
          <a:solidFill>
            <a:srgbClr val="3B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11556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Georgia"/>
              </a:defRPr>
            </a:pPr>
            <a:r>
              <a:t>추가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499616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① ex01에서 스레드를 3개로 늘려 출력 순서 변화를 관찰하기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② ex02에서 입금(deposit) 메서드도 추가하고 동기화 테스트하기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③ ex03에서 풀 크기를 1, 2, 5로 바꿔 실행 결과 비교하기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④ 모든 작업 완료 후 '모든 작업 완료' 메시지 출력하기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09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Runnable 구현으로 스레드 안전하게 생성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start()로 스레드 시작, run() 직접 호출 금지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join()으로 스레드 완료 대기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synchronized로 경쟁 상태 방지, 뮤텍스 역할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ExecutorService 스레드 풀로 성능 최적화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멀티스레딩은 복잡하지만 동시성 프로그래밍 필수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