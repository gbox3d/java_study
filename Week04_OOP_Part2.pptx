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A5E9"/>
                </a:solidFill>
                <a:latin typeface="Georgia"/>
              </a:defRPr>
            </a:pPr>
            <a:r>
              <a:t>WEEK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t>객체지향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(Object-Oriented Programming Part II)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상속 (Inheritance)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extends로 기능 확장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상속의 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부모 클래스(Parent): 공통 기능을 정의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자식 클래스(Child): extends로 부모 상속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코드 재사용과 계층 구조 형성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super: 부모 클래스의 메서드/생성자 호출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1: Employee/Manager 상속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class Employee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protected String name;  // protected: 자식에서 접근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protected double salary;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Employee(String name, double salary)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this.name = name;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this.salary = salary;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work()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System.out.println(name + "이 일합니다");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class Manager extends Employee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int teamSize;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Manager(String name, double salary,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       int teamSize)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super(name, salary);  // 부모 생성자 호출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this.teamSize = teamSize;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@Override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work()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System.out.println(name +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"이 팀을 관리합니다");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protected: 자식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클래스에서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접근 가능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super(): 부모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생성자 호출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다형성 (Polymorphism)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같은 인터페이스, 다른 동작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다형성: 같은 메서드, 다른 동작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부모 타입 배열에 자식 객체 저장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Employee[] workers = new Employee[3];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workers[0] = new Employee("John", 3000);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workers[1] = new Manager("Alice", 5000, 5);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workers[2] = new Developer("Bob", 4000);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다형성: 같은 메서드 호출, 다른 동작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for (Employee worker : workers)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worker.work();  // 실제 객체 타입에 따라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출력: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John이 일합니다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Alice가 팀을 관리합니다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Bob이 코딩합니다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Employee[] 배열에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다양한 자식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객체 저장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instanceof 연산자와 타입 체크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instanceof: 객체가 특정 클래스의 인스턴스인지 확인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- if (emp instanceof Manager)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다운캐스팅 전에 타입 검사 필수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상속 관계도 true 반환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- Dog dog = ...; dog instanceof Animal // true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인터페이스 (Interface)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계약(Contract) 정의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3: Interface 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인터페이스 정의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interface Movable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void move(int x, int y);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interface Attackable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void attack(double damage);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여러 인터페이스 구현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class Hero implements Movable, Attackable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double hp = 100;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@Override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move(int x, int y)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System.out.println(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"(" + x + ", " + y + ")로 이동");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@Override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attack(double damage)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hp -= damage;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System.out.println(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"공격! 현재 HP: " + hp);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다형성 적용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Movable m = new Hero();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m.move(10, 20);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인터페이스는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계약/규칙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여러 인터페이스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동시 구현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추상 클래스 (Abstract Class)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abstract class Animal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String name;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Animal(String name)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this.name = name;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추상 메서드: 구현 없음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abstract void sound();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구체적 메서드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sleep()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System.out.println(name + " is sleeping");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class Dog extends Animal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Dog(String name)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super(name);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@Override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sound()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System.out.println("Woof!");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abstract class: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인스턴스 생성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불가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추상 메서드는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반드시 구현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EA5E9"/>
                </a:solidFill>
                <a:latin typeface="Georgia"/>
              </a:defRPr>
            </a:pPr>
            <a:r>
              <a:t>실습 (Practice)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1. Animal(parent) 클래스 정의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- Dog, Cat, Bird 자식 클래스 작성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- sound() 메서드 오버라이드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2. Drawable 인터페이스 생성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- Circle, Rectangle이 구현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3. 다형성으로 배열 활용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$ javac Animal.java Dog.java Cat.java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$ java AnimalTest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  <a:latin typeface="Georgia"/>
              </a:defRPr>
            </a:pPr>
            <a:r>
              <a:t>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Q1. 자식 클래스가 부모 생성자를 호출하는 방법은?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Q2. 메서드 오버라이딩의 규칙은 무엇인가?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Q3. 참조 타입과 실제 객체 타입이 다르면?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Q4. 인터페이스는 여러 개 구현할 수 있나?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Georgia"/>
              </a:defRPr>
            </a:pPr>
            <a:r>
              <a:t>Week 04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extends로 부모 클래스 상속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super로 부모 메서드/생성자 호출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메서드 오버라이딩으로 기능 재정의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다형성으로 같은 메서드 다른 동작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인터페이스로 계약 정의, 다중 구현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